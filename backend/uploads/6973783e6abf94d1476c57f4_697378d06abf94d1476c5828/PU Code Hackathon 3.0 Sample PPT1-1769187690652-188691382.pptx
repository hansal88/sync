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Franklin Gothic" panose="020B0604020202020204" charset="0"/>
      <p:bold r:id="rId7"/>
    </p:embeddedFont>
    <p:embeddedFont>
      <p:font typeface="Libre Franklin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h2u4W/Y9tqEmLFXjsY32l69DTC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 amt="0"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119117" y="1698030"/>
            <a:ext cx="9953766" cy="64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en-US" sz="3600" b="1"/>
              <a:t>Basic Details of the Team and Problem Statement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75848" y="2647767"/>
            <a:ext cx="10840303" cy="3570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lt2"/>
              </a:buClr>
              <a:buSzPts val="1800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Problem Statement Title: </a:t>
            </a:r>
            <a:r>
              <a:rPr lang="en-IN" sz="2000" dirty="0" err="1"/>
              <a:t>SkillForge</a:t>
            </a:r>
            <a:r>
              <a:rPr lang="en-IN" sz="2000" dirty="0"/>
              <a:t> – A Peer-to-Peer Skill Exchange Platform</a:t>
            </a:r>
            <a:endParaRPr sz="2000" b="0" i="0" u="none" strike="noStrike" cap="none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b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Name: SYNC</a:t>
            </a:r>
            <a:endParaRPr sz="2000" b="0" i="0" u="none" strike="noStrike" cap="none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b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Leader Name: Hansal Panchal</a:t>
            </a:r>
            <a:endParaRPr sz="2000" b="0" i="0" u="none" strike="noStrike" cap="none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b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Institute Name: Parul University of Engineering and Technology (PIET)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lt2"/>
              </a:buClr>
              <a:buSzPts val="1800"/>
            </a:pPr>
            <a:r>
              <a:rPr lang="en-US" sz="20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Track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Name: </a:t>
            </a:r>
            <a:r>
              <a:rPr lang="en-US" sz="2000" dirty="0"/>
              <a:t>Web 2.0 (Full Stack + AI)</a:t>
            </a:r>
            <a:endParaRPr sz="2000" b="0" i="0" u="none" strike="noStrike" cap="none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90" name="Google Shape;90;p1" title="Frame 90.png"/>
          <p:cNvPicPr preferRelativeResize="0"/>
          <p:nvPr/>
        </p:nvPicPr>
        <p:blipFill rotWithShape="1">
          <a:blip r:embed="rId3">
            <a:alphaModFix/>
          </a:blip>
          <a:srcRect l="-40" r="-766"/>
          <a:stretch/>
        </p:blipFill>
        <p:spPr>
          <a:xfrm>
            <a:off x="345450" y="298825"/>
            <a:ext cx="4911699" cy="9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02288" y="298817"/>
            <a:ext cx="3344271" cy="739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971550" y="1963172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 fontScale="70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Idea/Approach Details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971550" y="2657517"/>
            <a:ext cx="6024054" cy="3824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Describe your Idea/Solution/Prototype here: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SkillForge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peer-to-peer skill exchange platform that connects learners directly with individuals who possess real-world skills. </a:t>
            </a:r>
          </a:p>
          <a:p>
            <a:pPr marL="285750" lvl="0" indent="-285750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Instead of relying on pre-recorded courses, users create profiles listing skills they can teach and skills they want to learn.</a:t>
            </a:r>
          </a:p>
          <a:p>
            <a:pPr marL="285750" lvl="0" indent="-285750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AI-based matching system analyzes user profiles, skill descriptions, availability, and preferences to recommend the most relevant matches.</a:t>
            </a:r>
          </a:p>
          <a:p>
            <a:pPr marL="285750" lvl="0" indent="-285750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can directly chat, book live learning sessions, and rate each interaction, which helps improve future recommendations.</a:t>
            </a:r>
          </a:p>
          <a:p>
            <a:pPr marL="285750" lvl="0" indent="-285750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platform focuses on practical, human-to-human learning, making skill development affordable, interactive, and community-driven.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sz="1000" dirty="0"/>
          </a:p>
          <a:p>
            <a:pPr marL="285750" marR="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971550" y="6482348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7261438" y="2187324"/>
            <a:ext cx="468913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Add process flow chart or simulated image of prototype or any relevant image related to your idea</a:t>
            </a:r>
            <a:endParaRPr sz="20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320006" y="3202946"/>
            <a:ext cx="4572001" cy="327711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Describe your Technology stack here:</a:t>
            </a:r>
            <a:endParaRPr sz="2000" b="0" i="0" u="none" strike="noStrike" cap="none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lvl="0">
              <a:spcBef>
                <a:spcPts val="1000"/>
              </a:spcBef>
              <a:buClr>
                <a:schemeClr val="lt2"/>
              </a:buClr>
              <a:buSzPts val="1800"/>
              <a:buFont typeface="Noto Sans Symbols"/>
              <a:buChar char="⮚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Frontend: 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React.js with Tailwind CSS for a responsive and modern user interface  </a:t>
            </a:r>
          </a:p>
          <a:p>
            <a:pPr lvl="0">
              <a:spcBef>
                <a:spcPts val="1000"/>
              </a:spcBef>
              <a:buClr>
                <a:schemeClr val="lt2"/>
              </a:buClr>
              <a:buSzPts val="1800"/>
              <a:buFont typeface="Noto Sans Symbols"/>
              <a:buChar char="⮚"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Backend: Node.js with Express.js for handling APIs, authentication, and session management  </a:t>
            </a:r>
          </a:p>
          <a:p>
            <a:pPr lvl="0">
              <a:spcBef>
                <a:spcPts val="1000"/>
              </a:spcBef>
              <a:buClr>
                <a:schemeClr val="lt2"/>
              </a:buClr>
              <a:buSzPts val="1800"/>
              <a:buFont typeface="Noto Sans Symbols"/>
              <a:buChar char="⮚"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Database: MongoDB for storing user profiles, skills, ratings, and bookings  </a:t>
            </a:r>
          </a:p>
          <a:p>
            <a:pPr lvl="0">
              <a:spcBef>
                <a:spcPts val="1000"/>
              </a:spcBef>
              <a:buClr>
                <a:schemeClr val="lt2"/>
              </a:buClr>
              <a:buSzPts val="1800"/>
              <a:buFont typeface="Noto Sans Symbols"/>
              <a:buChar char="⮚"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AI / Logic: Natural Language Processing (NLP) for analyzing skill descriptions and matching users based on relevance and preferences  </a:t>
            </a:r>
          </a:p>
          <a:p>
            <a:pPr lvl="0">
              <a:spcBef>
                <a:spcPts val="1000"/>
              </a:spcBef>
              <a:buClr>
                <a:schemeClr val="lt2"/>
              </a:buClr>
              <a:buSzPts val="1800"/>
              <a:buFont typeface="Noto Sans Symbols"/>
              <a:buChar char="⮚"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Authentication: JWT-based authentication for secure user access  </a:t>
            </a:r>
          </a:p>
          <a:p>
            <a:pPr lvl="0">
              <a:spcBef>
                <a:spcPts val="1000"/>
              </a:spcBef>
              <a:buClr>
                <a:schemeClr val="lt2"/>
              </a:buClr>
              <a:buSzPts val="1800"/>
              <a:buFont typeface="Noto Sans Symbols"/>
              <a:buChar char="⮚"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Deployment: Cloud-based hosting for scalability and performance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⮚"/>
            </a:pPr>
            <a:endParaRPr sz="2000" b="0" i="0" u="none" strike="noStrike" cap="none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2288" y="298817"/>
            <a:ext cx="3344271" cy="739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 title="Frame 90.png"/>
          <p:cNvPicPr preferRelativeResize="0"/>
          <p:nvPr/>
        </p:nvPicPr>
        <p:blipFill rotWithShape="1">
          <a:blip r:embed="rId4">
            <a:alphaModFix/>
          </a:blip>
          <a:srcRect l="-40" r="-766"/>
          <a:stretch/>
        </p:blipFill>
        <p:spPr>
          <a:xfrm>
            <a:off x="497850" y="451225"/>
            <a:ext cx="4911699" cy="9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952499" y="1611318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Franklin Gothic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Idea/Approach Details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952500" y="2281585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Describe your Use Cases here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952499" y="2656903"/>
            <a:ext cx="4838701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>
              <a:lnSpc>
                <a:spcPct val="9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Students learning practical skills (coding, design, communication) from peers or seniors through live sessions  </a:t>
            </a:r>
          </a:p>
          <a:p>
            <a:pPr marL="285750" lvl="0" indent="-285750">
              <a:lnSpc>
                <a:spcPct val="9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Skilled individuals sharing their expertise and earning by teaching real-world skills  </a:t>
            </a:r>
          </a:p>
          <a:p>
            <a:pPr marL="285750" lvl="0" indent="-285750">
              <a:lnSpc>
                <a:spcPct val="9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Peer-to-peer learning communities within university campuses  </a:t>
            </a:r>
          </a:p>
          <a:p>
            <a:pPr marL="285750" lvl="0" indent="-285750">
              <a:lnSpc>
                <a:spcPct val="9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Short-term skill exchange for hackathons, interviews, and project preparation  </a:t>
            </a:r>
          </a:p>
          <a:p>
            <a:pPr marL="285750" lvl="0" indent="-285750">
              <a:lnSpc>
                <a:spcPct val="9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Affordable upskilling without enrolling in expensive online courses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dirty="0"/>
          </a:p>
        </p:txBody>
      </p:sp>
      <p:sp>
        <p:nvSpPr>
          <p:cNvPr id="110" name="Google Shape;110;p3"/>
          <p:cNvSpPr txBox="1"/>
          <p:nvPr/>
        </p:nvSpPr>
        <p:spPr>
          <a:xfrm>
            <a:off x="6121983" y="2312397"/>
            <a:ext cx="5878947" cy="25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Describe your Dependencies / Show stopper here</a:t>
            </a:r>
            <a:endParaRPr sz="2000" b="0" i="0" u="none" strike="noStrike" cap="none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6248399" y="2656903"/>
            <a:ext cx="4838701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>
              <a:lnSpc>
                <a:spcPct val="9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Availability of active users with diverse skills on the platform  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1600"/>
            </a:pPr>
            <a:endParaRPr lang="en-US" sz="16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lvl="0" indent="-285750">
              <a:lnSpc>
                <a:spcPct val="9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Accuracy of AI-based skill matching depends on quality of user profile data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</a:t>
            </a:r>
          </a:p>
          <a:p>
            <a:pPr marL="285750" lvl="0" indent="-285750">
              <a:lnSpc>
                <a:spcPct val="9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Stable internet connectivity for live chat and learning sessions  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1600"/>
            </a:pPr>
            <a:endParaRPr lang="en-US" sz="16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lvl="0" indent="-285750">
              <a:lnSpc>
                <a:spcPct val="9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User trust and safety handled through ratings and moderation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1600"/>
            </a:pPr>
            <a:endParaRPr lang="en-US" sz="16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lvl="0" indent="-285750">
              <a:lnSpc>
                <a:spcPct val="9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Initial cold-start problem until sufficient user data is collected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2288" y="298817"/>
            <a:ext cx="3344271" cy="739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 title="Frame 90.png"/>
          <p:cNvPicPr preferRelativeResize="0"/>
          <p:nvPr/>
        </p:nvPicPr>
        <p:blipFill rotWithShape="1">
          <a:blip r:embed="rId4">
            <a:alphaModFix/>
          </a:blip>
          <a:srcRect l="-40" r="-766"/>
          <a:stretch/>
        </p:blipFill>
        <p:spPr>
          <a:xfrm>
            <a:off x="345450" y="298825"/>
            <a:ext cx="4911699" cy="9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/>
        </p:nvSpPr>
        <p:spPr>
          <a:xfrm>
            <a:off x="952499" y="1553938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Pointers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952500" y="2088647"/>
            <a:ext cx="7459980" cy="513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Please ensure below pointers are met while  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952499" y="2656903"/>
            <a:ext cx="10572561" cy="39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Kindly keep the maximum slides limit to 4 pages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topics should be utilized for description of your idea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to avoid paragraphs and post your idea in points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your explanation precisely and easy to understand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 should be unique and novel. If it has a business potential more weightage will be given.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Apart from this PPT abstract of your idea will be asked separately while submitting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need to save the file in PDF and upload the same on portal. No PPT, Word Doc or any other format will be supported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this slide (Important Pointers) when you upload the details of your idea on portal.</a:t>
            </a:r>
            <a:endParaRPr/>
          </a:p>
        </p:txBody>
      </p:sp>
      <p:sp>
        <p:nvSpPr>
          <p:cNvPr id="121" name="Google Shape;121;p4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2288" y="298817"/>
            <a:ext cx="3344271" cy="739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 title="Frame 90.png"/>
          <p:cNvPicPr preferRelativeResize="0"/>
          <p:nvPr/>
        </p:nvPicPr>
        <p:blipFill rotWithShape="1">
          <a:blip r:embed="rId4">
            <a:alphaModFix/>
          </a:blip>
          <a:srcRect l="-40" r="-766"/>
          <a:stretch/>
        </p:blipFill>
        <p:spPr>
          <a:xfrm>
            <a:off x="345450" y="298825"/>
            <a:ext cx="4911699" cy="9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531</Words>
  <Application>Microsoft Office PowerPoint</Application>
  <PresentationFormat>Widescreen</PresentationFormat>
  <Paragraphs>53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</vt:lpstr>
      <vt:lpstr>Franklin Gothic</vt:lpstr>
      <vt:lpstr>Arial</vt:lpstr>
      <vt:lpstr>Noto Sans Symbols</vt:lpstr>
      <vt:lpstr>Libre Franklin</vt:lpstr>
      <vt:lpstr>Office Theme</vt:lpstr>
      <vt:lpstr>Basic Details of the Team and Problem Statement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Ishita Theba</dc:creator>
  <cp:lastModifiedBy>Rishi Patel</cp:lastModifiedBy>
  <cp:revision>1</cp:revision>
  <dcterms:created xsi:type="dcterms:W3CDTF">2020-10-07T10:42:16Z</dcterms:created>
  <dcterms:modified xsi:type="dcterms:W3CDTF">2025-12-30T16:56:02Z</dcterms:modified>
</cp:coreProperties>
</file>